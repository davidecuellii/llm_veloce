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Non partire da chi siamo: parti dal problema del cliente (slide 2 e 3). Chi siamo arriva dopo, quando ha già capito che il problema è suo.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Messaggio chiave: la concorrenza per l'attenzione non sono i competitor, è tutto il feed. Con un imprenditore usa l'esempio concreto: 'quando lei apre Instagram la sera, quanti secondi dà a un post di un'azienda?'. Con un marketing manager cita direttamente i dati.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 vero, citabile: Sprout Social 2025. Se il cliente obietta 'ma è un dato americano': gli USA sono avanti di qualche anno rispetto a noi, come su tutto il digitale. La slide successiva porta i dati italiani. Frase da usare: 'il passaparola non è morto, si è spostato dentro i social'.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 sono dati italiani (GS1 Italy con Metrica Ricerche, ripresi da Retail Institute Italy). Con un imprenditore B2C locale il dato che colpisce è il 72,7% su Instagram. Con un B2B ricorda che i decisori di domani sono questi e che il comportamento Millennial è già simile.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ponte tra i dati e l'agenzia. Adatta la parola 'cliente' all'interlocutore: per un locale è chi decide dove uscire sabato, per un'azienda B2B è il buyer o il candidato che la controlla prima di rispondere.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Argomento distintivo: non siamo un'agenzia che 'fa anche i social', siamo persone che vivono le piattaforme da creator e marketer. I 650k follower sono la prova che sappiamo catturare attenzione, non un servizio che vendiamo. Il nome Veloce viene dalla velocità con cui i social cambiano.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cerchi con le iniziali sono segnaposto: sostituire con le foto dei tre soci (formato quadrato, sfondo scuro). Con un cliente strutturato sottolinea che il team copre strategia, produzione e ADV senza fornitori esterni.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grafico è il '360 gradi': tutto ruota attorno allo short form. Con un cliente che parte da zero racconta solo il centro più due o tre satelliti (strategia, produzione, eventualmente ADV). Con un marketing manager mostra l'intero anello e chiedi quali pezzi ha già coperti internamente.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un imprenditore fermati sul punto 1: 'prima di girare un video vogliamo capire cosa le fa guadagnare'. È la frase che ci distingue dal social media manager. Con un marketing manager sottolinea il punto 5: ciclo settimanale, non report trimestrale.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chiave per modulare il discorso. Prima di aprirla, chiedi: 'oggi il suo problema è che non la conoscono, che non la scelgono, o che non comprano?'. Poi racconta solo la colonna giusta, con il linguaggio di quella colonna: semplice per la prima, più tecnico per la seconda, numeri e offerta per la terza. Le altre due colonne restano come 'dove si può andare dopo'.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pubblico, verificabile sul sito TikTok for Business. Raccontalo come lavoro di agenzia: script, riprese e montaggio sono di Veloce Digital, Davide è il volto. I numeri sono della campagna (gestita da Social &amp; Impact via TikTok One), non del singolo video: dillo così, è verificabile nell'articolo. Punto da sottolineare con chi fa marketing: CPM 3,85 € e lead a 9,20 € nell'automotive. Con un imprenditore: 'un contenuto che non sembra pubblicità ha fatto vendere auto'.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locale, perfetto per ristoranti, bar, negozi e attività di Brescia e provincia. La frase da usare: 'zero ADV, solo contenuti fatti bene, e la sera dell'apertura era pieno'. Se il cliente è un'attività locale, questa slide vale più della Geely.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da usare se il cliente sta confrontando più agenzie. Con un imprenditore la prima e la seconda card sono le più forti. Con un marketing manager la terza e la quarta.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Chiusura: chiedi una data per la call, non 'ci sentiamo'. Proponi due slot. Il vantaggio per il cliente è che la proposta con i format resta sua anche se non prosegue: è una consulenza gratuita. I contatti sul banner vanno aggiornati se cambiano.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1143000" cy="11887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83464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Contenuti che </a:t>
            </a:r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fermano</a:t>
            </a:r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 persone.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709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Agenzia creativa social-first. Short form, format, strategia e creative direction per brand che vogliono attenzione, non solo presenza.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tuoi social in corsa con Veloce.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899855" y="5989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@veloce_it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29184" cy="3429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8404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@veloce_it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CONTESTO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L'attenzione non si compra più. Si conquista ogni 47 secondi.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00400"/>
            <a:ext cx="6400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2004 una persona restava su uno schermo in media 2 minuti e mezzo prima di cambiare. Oggi 47 secondi.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tuo cliente non confronta il tuo messaggio con quello dei concorrenti. Lo confronta con tutto quello che scorre nello stesso feed: amici, creator, notizie, intrattenimento.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comunica come nel 2015 non viene rifiutato. Viene semplicemente saltato.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589520" y="1005840"/>
            <a:ext cx="4023360" cy="2331720"/>
          </a:xfrm>
          <a:prstGeom prst="roundRect">
            <a:avLst>
              <a:gd name="adj" fmla="val 4706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11430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sec</a:t>
            </a:r>
            <a:endParaRPr lang="en-US" sz="60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21945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attenzione media su uno schermo prima di passare ad altro (era 150 sec nel 2004)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Gloria Mark, UC Irvine, "Attention Span" (2023)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589520" y="3520440"/>
            <a:ext cx="4023360" cy="2331720"/>
          </a:xfrm>
          <a:prstGeom prst="roundRect">
            <a:avLst>
              <a:gd name="adj" fmla="val 4706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36576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42,2 mln</a:t>
            </a:r>
            <a:endParaRPr lang="en-US" sz="6000" dirty="0"/>
          </a:p>
        </p:txBody>
      </p:sp>
      <p:sp>
        <p:nvSpPr>
          <p:cNvPr id="16" name="Text 13"/>
          <p:cNvSpPr txBox="1"/>
          <p:nvPr/>
        </p:nvSpPr>
        <p:spPr>
          <a:xfrm>
            <a:off x="7909560" y="47091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italiani attivi sui social, il 71% della popolazione. Il tuo mercato è già lì, ogni giorno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909560" y="5440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DataReportal, Digital 2025: Italy (gennaio 2025)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29184" cy="3429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8404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@veloce_it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RICERCA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giovani non chiedono più in giro. Cercano sui social.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0040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Alla Gen Z è stato chiesto: quando cerchi un'informazione su un prodotto, un posto o un servizio, dove vai per primo?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social batte il motore di ricerca. E il passaparola, la fonte che per decenni ha fatto vivere le attività locali, è ultimo: 9%.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passaparola non è morto: si è spostato. Oggi avviene nei commenti, nei salvataggi, nei video condivisi in chat.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1005840"/>
            <a:ext cx="5577840" cy="4983480"/>
          </a:xfrm>
          <a:prstGeom prst="roundRect">
            <a:avLst>
              <a:gd name="adj" fmla="val 2202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1188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fonte di informazione, Gen Z (% rispondenti)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16916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732520" y="1737360"/>
            <a:ext cx="1737360" cy="411480"/>
          </a:xfrm>
          <a:prstGeom prst="rect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579608" y="16916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Motori di ricerca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732520" y="2606040"/>
            <a:ext cx="1355988" cy="411480"/>
          </a:xfrm>
          <a:prstGeom prst="rect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198236" y="2560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35508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Strumenti AI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732520" y="3474720"/>
            <a:ext cx="466121" cy="411480"/>
          </a:xfrm>
          <a:prstGeom prst="rect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08369" y="34290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35508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Passaparola (amici, famiglia)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732520" y="4343400"/>
            <a:ext cx="381372" cy="411480"/>
          </a:xfrm>
          <a:prstGeom prst="rect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23620" y="4297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355080" y="5257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Sprout Social, Q2 2025 Pulse Survey (Glimpse), 2.280 utenti social in USA, UK e Australia, aprile-maggio 2025. Gli USA anticipano di qualche anno quello che poi arriva in Italia.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29184" cy="3429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8404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@veloce_it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IN ITALIA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è una tendenza americana. Sta già succedendo qui.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3484778" cy="3246120"/>
          </a:xfrm>
          <a:prstGeom prst="roundRect">
            <a:avLst>
              <a:gd name="adj" fmla="val 338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651760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46,7%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794760"/>
            <a:ext cx="2844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della Gen Z italiana dichiara che i social influenzano i suoi acquisti (non alimentari). Media nazionale: 37,4%.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516636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GS1 Italy / Metrica Ricerche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353458" y="2423160"/>
            <a:ext cx="3484778" cy="3246120"/>
          </a:xfrm>
          <a:prstGeom prst="roundRect">
            <a:avLst>
              <a:gd name="adj" fmla="val 338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73498" y="2651760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72,7%</a:t>
            </a:r>
            <a:endParaRPr lang="en-US" sz="5400" dirty="0"/>
          </a:p>
        </p:txBody>
      </p:sp>
      <p:sp>
        <p:nvSpPr>
          <p:cNvPr id="15" name="Text 12"/>
          <p:cNvSpPr txBox="1"/>
          <p:nvPr/>
        </p:nvSpPr>
        <p:spPr>
          <a:xfrm>
            <a:off x="4673498" y="3794760"/>
            <a:ext cx="2844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della Gen Z italiana ha comprato un prodotto passando da Instagram. È il canale d'acquisto social numero uno in Italia.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673498" y="516636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GS1 Italy / Metrica Ricerche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158277" y="2423160"/>
            <a:ext cx="3484778" cy="3246120"/>
          </a:xfrm>
          <a:prstGeom prst="roundRect">
            <a:avLst>
              <a:gd name="adj" fmla="val 338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78317" y="2651760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5400" dirty="0"/>
          </a:p>
        </p:txBody>
      </p:sp>
      <p:sp>
        <p:nvSpPr>
          <p:cNvPr id="19" name="Text 16"/>
          <p:cNvSpPr txBox="1"/>
          <p:nvPr/>
        </p:nvSpPr>
        <p:spPr>
          <a:xfrm>
            <a:off x="8478317" y="3794760"/>
            <a:ext cx="28446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della Gen Z ha fatto almeno un acquisto influenzato da un contenuto social negli ultimi sei mesi. Millennial: 84%.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478317" y="516636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Sprout Social, Q2 2025 Pulse Survey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Gen Z oggi ha tra i 14 e i 29 anni: sono i clienti, i dipendenti e i decisori dei prossimi dieci anni. I Millennial (30-44) si comportano già quasi allo stesso modo.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29184" cy="3429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8404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@veloce_it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9601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SIGNIFICA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non sei sui social nel modo giusto, per una fetta crescente del mercato non esisti.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16382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3840480"/>
            <a:ext cx="3484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ti trovano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343400"/>
            <a:ext cx="3484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cliente cerca su Instagram e TikTok prima che su Google. Se lì non c'è niente, o c'è un profilo fermo al 2021, la ricerca finisce da un concorrente.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353458" y="3017520"/>
            <a:ext cx="640080" cy="64008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762" y="316382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53458" y="3840480"/>
            <a:ext cx="3484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ti capiscono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4353458" y="4343400"/>
            <a:ext cx="3484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post ogni tanto, foto di prodotto e comunicati aziendali non dicono chi sei. La percezione oggi si costruisce con contenuti che qualcuno vuole guardare.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58277" y="3017520"/>
            <a:ext cx="640080" cy="64008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581" y="316382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158277" y="3840480"/>
            <a:ext cx="3484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ti scelgono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8158277" y="4343400"/>
            <a:ext cx="3484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ha già visto un brand dieci volte in un feed lo sceglie con più facilità di chi lo scopre al momento dell'acquisto. La fiducia si costruisce prima, non durante.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29184" cy="3429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8404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@veloce_it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SIAMO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Marketer e creator nella stessa stanza. Da qui nasce Veloce.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0040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 è un'agenzia creativa social-first con base a Brescia. Non siamo nati come agenzia: siamo nati sulle piattaforme.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qui scrive strategie e chi produce contenuti usa TikTok, Instagram e YouTube ogni giorno da più di cinque anni, da dentro. Sappiamo quando un format funziona, quando smette di funzionare e quando è ora di cambiarlo. Prima che lo dica un report.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social cambiano in fretta. Stare al passo, in fretta, è il nostro mestiere. Per questo ci chiamiamo Veloce.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0" y="100584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1143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650k+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17830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 complessivi sui canali dei founder: il nostro laboratorio quotidiano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0" y="265176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46720" y="2788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anni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34290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contenuti pubblicati ogni giorno sulle piattaforme che gestiamo per i clienti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72400" y="4297680"/>
            <a:ext cx="3840480" cy="1463040"/>
          </a:xfrm>
          <a:prstGeom prst="roundRect">
            <a:avLst>
              <a:gd name="adj" fmla="val 7500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4434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5074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anime: marketing e advertising da una parte, creator e produzione dall'altra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29184" cy="3429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8404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@veloce_it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TEAM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 persone, tre competenze che di solito stanno in tre aziende diverse.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3484778" cy="3383280"/>
          </a:xfrm>
          <a:prstGeom prst="roundRect">
            <a:avLst>
              <a:gd name="adj" fmla="val 3243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743200"/>
            <a:ext cx="822960" cy="82296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37490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Davide Cuelli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11480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Founder. Ingegnere informatico e content creator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" y="461772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Strategia, hook, format e creative direction. Oltre 650k follower costruiti in prima persona su TikTok, Instagram e YouTube. Volto della campagna Geely Italia selezionata come case study da TikTok for Business.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53458" y="2423160"/>
            <a:ext cx="3484778" cy="3383280"/>
          </a:xfrm>
          <a:prstGeom prst="roundRect">
            <a:avLst>
              <a:gd name="adj" fmla="val 3243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73498" y="2743200"/>
            <a:ext cx="822960" cy="82296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73498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673498" y="37490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 Palamini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4673498" y="411480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Responsabile marketing e grafico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4673498" y="461772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Marketing, advertising e identità visiva. Traduce l'obiettivo di business in piano, campagne e materiali: dal funnel alla grafica che lo sostiene.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58277" y="2423160"/>
            <a:ext cx="3484778" cy="3383280"/>
          </a:xfrm>
          <a:prstGeom prst="roundRect">
            <a:avLst>
              <a:gd name="adj" fmla="val 3243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78317" y="2743200"/>
            <a:ext cx="822960" cy="82296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478317" y="2743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8478317" y="3749040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Matteo Campanella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478317" y="411480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Videomaker e content strategist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8478317" y="4617720"/>
            <a:ext cx="28446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Produzione video e strategia dei contenuti. Riprese, montaggio e ritmo: la parte che decide se un video viene guardato fino alla fine o saltato al secondo due.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29184" cy="3429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8404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@veloce_it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9601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FACCIAMO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ecosistema completo, con il social al centro.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346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vendiamo 'gestione social'. Costruiamo il sistema che parte dal contenuto e arriva al risultato: attenzione, percezione, richieste, vendite.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cuore è lo short form: video brevi, format riconoscibili, contenuti che le persone scelgono di guardare. Intorno, tutto quello che serve perché quell'attenzione diventi business.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parte da dove serve al cliente, non dal pacchetto completo.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 flipV="1">
            <a:off x="8732520" y="3611880"/>
            <a:ext cx="0" cy="-173736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8732520" y="3611880"/>
            <a:ext cx="1228499" cy="-1228499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732520" y="3611880"/>
            <a:ext cx="173736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32520" y="3611880"/>
            <a:ext cx="1228499" cy="1228499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32520" y="3611880"/>
            <a:ext cx="0" cy="173736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H="1">
            <a:off x="8732520" y="3611880"/>
            <a:ext cx="-1228499" cy="1228499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H="1">
            <a:off x="8732520" y="3611880"/>
            <a:ext cx="-173736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H="1" flipV="1">
            <a:off x="8732520" y="3611880"/>
            <a:ext cx="-1228499" cy="-1228499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63840" y="2743200"/>
            <a:ext cx="1737360" cy="173736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0" y="27432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form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format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403336" y="1545336"/>
            <a:ext cx="658368" cy="658368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784" y="1700784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046720" y="914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contenuti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9631835" y="2054197"/>
            <a:ext cx="658368" cy="658368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283" y="2209645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889469" y="1624127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10140696" y="3282696"/>
            <a:ext cx="658368" cy="658368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144" y="3438144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65276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Shooting 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produzione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9631835" y="4511195"/>
            <a:ext cx="658368" cy="658368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7283" y="4666643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89469" y="5050993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 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8403336" y="5020056"/>
            <a:ext cx="658368" cy="658368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784" y="5175504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046720" y="57607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Shop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7174837" y="4511195"/>
            <a:ext cx="658368" cy="658368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0285" y="4666643"/>
            <a:ext cx="347472" cy="34747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203971" y="5050993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6665976" y="3282696"/>
            <a:ext cx="658368" cy="658368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1424" y="3438144"/>
            <a:ext cx="347472" cy="347472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5440680" y="3337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7174837" y="2054197"/>
            <a:ext cx="658368" cy="658368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0285" y="2209645"/>
            <a:ext cx="347472" cy="347472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6203971" y="1624127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Eventi 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nightlife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29184" cy="3429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8404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@veloce_it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9601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LAVORIAMO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partiamo dal reel. Partiamo da come guadagni.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2036003" cy="3063240"/>
          </a:xfrm>
          <a:prstGeom prst="roundRect">
            <a:avLst>
              <a:gd name="adj" fmla="val 538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743200"/>
            <a:ext cx="1487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703320"/>
            <a:ext cx="148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206240"/>
            <a:ext cx="148736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Capiamo come l'attività guadagna, dove perde soldi e quale cliente vale di più.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813243" y="2514600"/>
            <a:ext cx="2036003" cy="3063240"/>
          </a:xfrm>
          <a:prstGeom prst="roundRect">
            <a:avLst>
              <a:gd name="adj" fmla="val 538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87563" y="2743200"/>
            <a:ext cx="1487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3087563" y="3703320"/>
            <a:ext cx="148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Obiettivo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087563" y="4206240"/>
            <a:ext cx="148736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Scegliamo un obiettivo di comunicazione misurabile: notorietà, percezione o vendite.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77846" y="2514600"/>
            <a:ext cx="2036003" cy="3063240"/>
          </a:xfrm>
          <a:prstGeom prst="roundRect">
            <a:avLst>
              <a:gd name="adj" fmla="val 538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52166" y="2743200"/>
            <a:ext cx="1487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9" name="Text 16"/>
          <p:cNvSpPr txBox="1"/>
          <p:nvPr/>
        </p:nvSpPr>
        <p:spPr>
          <a:xfrm>
            <a:off x="5352166" y="3703320"/>
            <a:ext cx="148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352166" y="4206240"/>
            <a:ext cx="148736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Progettiamo pochi format replicabili, con hook e linguaggio tarati sul pubblico.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342449" y="2514600"/>
            <a:ext cx="2036003" cy="3063240"/>
          </a:xfrm>
          <a:prstGeom prst="roundRect">
            <a:avLst>
              <a:gd name="adj" fmla="val 538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616769" y="2743200"/>
            <a:ext cx="1487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23" name="Text 20"/>
          <p:cNvSpPr txBox="1"/>
          <p:nvPr/>
        </p:nvSpPr>
        <p:spPr>
          <a:xfrm>
            <a:off x="7616769" y="3703320"/>
            <a:ext cx="148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Produzione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616769" y="4206240"/>
            <a:ext cx="148736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Giriamo, montiamo e pubblichiamo con un ritmo costante. Senza dipendere dal cliente.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607052" y="2514600"/>
            <a:ext cx="2036003" cy="3063240"/>
          </a:xfrm>
          <a:prstGeom prst="roundRect">
            <a:avLst>
              <a:gd name="adj" fmla="val 538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881372" y="2743200"/>
            <a:ext cx="14873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00" dirty="0"/>
          </a:p>
        </p:txBody>
      </p:sp>
      <p:sp>
        <p:nvSpPr>
          <p:cNvPr id="27" name="Text 24"/>
          <p:cNvSpPr txBox="1"/>
          <p:nvPr/>
        </p:nvSpPr>
        <p:spPr>
          <a:xfrm>
            <a:off x="9881372" y="3703320"/>
            <a:ext cx="1487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Misura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881372" y="4206240"/>
            <a:ext cx="148736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Leggiamo i dati ogni settimana e cambiamo quello che non funziona. In fretta.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punto 1 è quello che quasi nessuna agenzia fa. Ed è quello che decide se i contenuti servono a qualcosa.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29184" cy="3429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8404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@veloce_it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MISURA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Stesso metodo, tre obiettivi. Cambiano pubblico, linguaggio e misura.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3515258" cy="3200400"/>
          </a:xfrm>
          <a:prstGeom prst="roundRect">
            <a:avLst>
              <a:gd name="adj" fmla="val 342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72491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578608"/>
            <a:ext cx="2326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Farsi conoscere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2880360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Notorietà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3291840"/>
            <a:ext cx="29666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CHI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nuovi, aperture, lanci, chi è forte sul prodotto ma invisibile online.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PUBBLICO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Ampio, freddo, non ti cerca. Va fermato mentre scorre.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LINGUAGGIO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Semplice, diretto, intrattenimento prima dell'informazione.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FACCIAMO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virali, short form ad alto volume, trend, eventi.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MISURIAMO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Visualizzazioni, reach, follower in target, condivisioni.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338218" y="2377440"/>
            <a:ext cx="3515258" cy="3200400"/>
          </a:xfrm>
          <a:prstGeom prst="roundRect">
            <a:avLst>
              <a:gd name="adj" fmla="val 342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12538" y="2606040"/>
            <a:ext cx="502920" cy="50292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410" y="2724912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52618" y="2578608"/>
            <a:ext cx="2326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Farsi scegliere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5252618" y="2880360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Percezione e autorevolezza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612538" y="3291840"/>
            <a:ext cx="29666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CHI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Aziende già note, premium, B2B, chi deve giustificare un prezzo.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PUBBLICO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Tiepido: ti conosce, non ha ancora deciso. Studia prima di comprare.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LINGUAGGIO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Più tecnico e più profondo, competenza mostrata, non dichiarata.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FACCIAMO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di contenuto esperto, dietro le quinte, casi, founder-led.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MISURIAMO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Retention, salvataggi, tempo di visione, qualità dei contatti.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8127797" y="2377440"/>
            <a:ext cx="3515258" cy="3200400"/>
          </a:xfrm>
          <a:prstGeom prst="roundRect">
            <a:avLst>
              <a:gd name="adj" fmla="val 342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402117" y="2606040"/>
            <a:ext cx="502920" cy="50292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989" y="2724912"/>
            <a:ext cx="265176" cy="26517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042197" y="2578608"/>
            <a:ext cx="23265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comprare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9042197" y="2880360"/>
            <a:ext cx="2326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e vendite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8402117" y="3291840"/>
            <a:ext cx="29666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CHI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E-commerce, TikTok Shop, locali, servizi con un'offerta chiara.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PUBBLICO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Caldo: ti conosce e ha un bisogno. Va spinto a decidere.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LINGUAGGIO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Concreto: offerta, prova, urgenza, invito all'azione esplicito.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FACCIAMO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Creativi ADV, UGC, landing e funnel, TikTok Shop, retargeting.</a:t>
            </a:r>
            <a:endParaRPr lang="en-US" sz="900" dirty="0"/>
          </a:p>
          <a:p>
            <a:pPr indent="0" marL="0">
              <a:buNone/>
            </a:pPr>
            <a:r>
              <a:rPr lang="en-US" sz="900" b="1" spc="10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MISURIAMO  </a:t>
            </a:r>
            <a:pPr indent="0" marL="0">
              <a:spcAft>
                <a:spcPts val="700"/>
              </a:spcAft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Richieste, ordini, costo per contatto, ritorno sulla spesa.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Molti clienti hanno bisogno di due colonne insieme. Si parte dalla più urgente.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29184" cy="3429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8404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@veloce_it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Geely Italia: il lancio di un brand auto, raccontato come un video nativo.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34640"/>
            <a:ext cx="6400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l'ingresso di Geely in Italia serviva comunicare l'offerta "garanzia a vita" per i primi 1.000 clienti a un pubblico che non conosceva il marchio.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 ha ideato script, girato e montato il video, con Davide come volto, in un formato nativo e non promozionale. Distribuito in Spark Ads dal profilo di Davide dentro la campagna di lancio impostata tramite TikTok One, che TikTok for Business ha poi scelto come case study ufficiale.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piattaforma si è dimostrata un forte motore non solo di awareness ed engagement, ma anche di risultati di business concreti."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Santucci, CEO Geely Italia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89520" y="1005840"/>
            <a:ext cx="4023360" cy="1207008"/>
          </a:xfrm>
          <a:prstGeom prst="roundRect">
            <a:avLst>
              <a:gd name="adj" fmla="val 9091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111556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mln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9646920" y="1115568"/>
            <a:ext cx="1691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 generate dalla campagna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589520" y="2377440"/>
            <a:ext cx="4023360" cy="1207008"/>
          </a:xfrm>
          <a:prstGeom prst="roundRect">
            <a:avLst>
              <a:gd name="adj" fmla="val 9091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0" y="248716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3,85 €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646920" y="2487168"/>
            <a:ext cx="1691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CPM: costo per mille visualizzazioni, contro medie di settore ben più alte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589520" y="3749040"/>
            <a:ext cx="4023360" cy="1207008"/>
          </a:xfrm>
          <a:prstGeom prst="roundRect">
            <a:avLst>
              <a:gd name="adj" fmla="val 9091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0" y="3858768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9,20 €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9646920" y="3858768"/>
            <a:ext cx="1691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per lead, in un settore dove un contatto auto costa molto di più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5120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della campagna Geely Italia su TikTok. Il traguardo dei primi 1.000 clienti con garanzia a vita è stato raggiunto durante la campagna.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589520" y="5669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ads.tiktok.com/business, "Geely Italia success story, TikTok One"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29184" cy="3429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8404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@veloce_it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Pakoraban: il locale visto da tutta Brescia. Sold out all'apertura.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83464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di partenza: un locale con una comunicazione che non funzionava e un'apertura da riempire.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90 giorni abbiamo costruito un sistema di contenuti: format riconoscibili, ritmo di pubblicazione costante, hook pensati per il pubblico della città. Tutto organico, senza un euro di ADV.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risultato non sono state solo le visualizzazioni: sono state le persone in fila la sera dell'apertura.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589520" y="1005840"/>
            <a:ext cx="1897380" cy="2240280"/>
          </a:xfrm>
          <a:prstGeom prst="roundRect">
            <a:avLst>
              <a:gd name="adj" fmla="val 5783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18120" y="1280160"/>
            <a:ext cx="1440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mln+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2240280"/>
            <a:ext cx="14401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visualizzazioni in 90 giorni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715500" y="1005840"/>
            <a:ext cx="1897380" cy="2240280"/>
          </a:xfrm>
          <a:prstGeom prst="roundRect">
            <a:avLst>
              <a:gd name="adj" fmla="val 5783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944100" y="1280160"/>
            <a:ext cx="1440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+23.000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944100" y="2240280"/>
            <a:ext cx="14401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 in target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589520" y="3474720"/>
            <a:ext cx="1897380" cy="2240280"/>
          </a:xfrm>
          <a:prstGeom prst="roundRect">
            <a:avLst>
              <a:gd name="adj" fmla="val 5783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18120" y="3749040"/>
            <a:ext cx="1440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7818120" y="4709160"/>
            <a:ext cx="14401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richieste generate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9715500" y="3474720"/>
            <a:ext cx="1897380" cy="2240280"/>
          </a:xfrm>
          <a:prstGeom prst="roundRect">
            <a:avLst>
              <a:gd name="adj" fmla="val 5783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944100" y="3749040"/>
            <a:ext cx="1440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E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OUT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9944100" y="4709160"/>
            <a:ext cx="14401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all'apertura, senza ADV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29184" cy="3429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8404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@veloce_it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9601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NOI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 cose che le agenzie di solito non fanno.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5387188" cy="1554480"/>
          </a:xfrm>
          <a:prstGeom prst="roundRect">
            <a:avLst>
              <a:gd name="adj" fmla="val 705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697480"/>
            <a:ext cx="548640" cy="54864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82549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651760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Viviamo le piattaforme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063240"/>
            <a:ext cx="4107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le studiamo dai report: le usiamo ogni giorno da più di cinque anni, da creator. Vediamo i cambi di algoritmo e di format prima che diventino articoli.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55868" y="2423160"/>
            <a:ext cx="5387188" cy="1554480"/>
          </a:xfrm>
          <a:prstGeom prst="roundRect">
            <a:avLst>
              <a:gd name="adj" fmla="val 705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30188" y="2697480"/>
            <a:ext cx="548640" cy="54864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204" y="282549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261708" y="2651760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prima dei contenuti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261708" y="3063240"/>
            <a:ext cx="4107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di girare un video vogliamo capire come guadagni e dove perdi. I contenuti vanno dove c'è margine, non dove è più facile filmare.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51960"/>
            <a:ext cx="5387188" cy="1554480"/>
          </a:xfrm>
          <a:prstGeom prst="roundRect">
            <a:avLst>
              <a:gd name="adj" fmla="val 705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526280"/>
            <a:ext cx="548640" cy="54864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65429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480560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 per natura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4892040"/>
            <a:ext cx="4107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settimanale di produzione, lettura dati e correzione. Quello che non funziona cambia in giorni, non a fine trimestre.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55868" y="4251960"/>
            <a:ext cx="5387188" cy="1554480"/>
          </a:xfrm>
          <a:prstGeom prst="roundRect">
            <a:avLst>
              <a:gd name="adj" fmla="val 7059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30188" y="4526280"/>
            <a:ext cx="548640" cy="54864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204" y="465429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61708" y="4480560"/>
            <a:ext cx="410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Niente numeri di facciata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7261708" y="4892040"/>
            <a:ext cx="41070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vendiamo follower né 'engagement'. Vendiamo attenzione, percezione e opportunità commerciali. Se un obiettivo non ha senso, lo diciamo prima.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29184" cy="3429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84048"/>
            <a:ext cx="2743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6263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@veloce_it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263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9601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9601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PROSSIMO PASSO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call, una proposta concreta. Gratis.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 impegno e nessun pacchetto standard. Prima capiamo l'attività, poi diciamo cosa faremmo e perché.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3484778" cy="2240280"/>
          </a:xfrm>
          <a:prstGeom prst="roundRect">
            <a:avLst>
              <a:gd name="adj" fmla="val 4898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3154680"/>
            <a:ext cx="548640" cy="54864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3154680"/>
            <a:ext cx="2250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conoscitiva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840480"/>
            <a:ext cx="29361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30-45 minuti con il team Veloce Digital. Parliamo di come lavora l'attività, di cosa vende meglio e di cosa oggi non funziona nella comunicazione.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53458" y="2880360"/>
            <a:ext cx="3484778" cy="2240280"/>
          </a:xfrm>
          <a:prstGeom prst="roundRect">
            <a:avLst>
              <a:gd name="adj" fmla="val 4898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7778" y="3154680"/>
            <a:ext cx="548640" cy="54864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27778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313578" y="3154680"/>
            <a:ext cx="2250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 e proposta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627778" y="3840480"/>
            <a:ext cx="29361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Guardiamo i canali attuali, il pubblico e i concorrenti. Torniamo con una proposta su misura: obiettivo, format possibili, piano di lavoro.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158277" y="2880360"/>
            <a:ext cx="3484778" cy="2240280"/>
          </a:xfrm>
          <a:prstGeom prst="roundRect">
            <a:avLst>
              <a:gd name="adj" fmla="val 4898"/>
            </a:avLst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32597" y="3154680"/>
            <a:ext cx="548640" cy="548640"/>
          </a:xfrm>
          <a:prstGeom prst="ellipse">
            <a:avLst/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32597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118397" y="3154680"/>
            <a:ext cx="2250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decide insieme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432597" y="3840480"/>
            <a:ext cx="29361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proposta è una consulenza gratuita: resta al cliente anche se non si prosegue. Se si parte, si parte con un piano già chiaro.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FFEE32"/>
          </a:solidFill>
          <a:ln w="12700">
            <a:solidFill>
              <a:srgbClr val="FFEE3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8680" y="53492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Veloce Digital   </a:t>
            </a:r>
            <a:pPr indent="0" marL="0">
              <a:buNone/>
            </a:pPr>
            <a:r>
              <a:rPr lang="en-US" sz="1500" dirty="0">
                <a:solidFill>
                  <a:srgbClr val="202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331 204 3165   ·   Instagram @veloce_it   ·   Brescia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Veloce Digital - Pitch deck</dc:title>
  <dc:subject>PptxGenJS Presentation</dc:subject>
  <dc:creator>Veloce Digital</dc:creator>
  <cp:lastModifiedBy>Veloce Digital</cp:lastModifiedBy>
  <cp:revision>1</cp:revision>
  <dcterms:created xsi:type="dcterms:W3CDTF">2026-09-17T15:40:18Z</dcterms:created>
  <dcterms:modified xsi:type="dcterms:W3CDTF">2026-09-17T15:40:18Z</dcterms:modified>
</cp:coreProperties>
</file>